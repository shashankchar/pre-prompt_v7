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600" b="1">
                <a:solidFill>
                  <a:srgbClr val="000000"/>
                </a:solidFill>
              </a:defRPr>
            </a:pPr>
            <a:r>
              <a:t>PrePrompt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Prompt Bank and PromptTyper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Unified Prompt Workflow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E1E1E"/>
                </a:solidFill>
              </a:defRPr>
            </a:pPr>
            <a:r>
              <a:t>PROJECT PRESENTATION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t>Prepared for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55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PrePrompt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0505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PROBLEM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1E1E1E"/>
                </a:solidFill>
              </a:defRPr>
            </a:pPr>
            <a:r>
              <a:t>Problem: prompts were scattered and difficult to reuse.</a:t>
            </a:r>
          </a:p>
          <a:p>
            <a:pPr>
              <a:defRPr sz="2300">
                <a:solidFill>
                  <a:srgbClr val="1E1E1E"/>
                </a:solidFill>
              </a:defRPr>
            </a:pPr>
            <a:r>
              <a:t>Manual copy-paste increased errors and wasted time.</a:t>
            </a:r>
          </a:p>
          <a:p>
            <a:pPr>
              <a:defRPr sz="2300">
                <a:solidFill>
                  <a:srgbClr val="1E1E1E"/>
                </a:solidFill>
              </a:defRPr>
            </a:pPr>
            <a:r>
              <a:t>Solution: PrePrompt centralizes prompt discovery and usage.</a:t>
            </a:r>
          </a:p>
          <a:p>
            <a:pPr>
              <a:defRPr sz="2300">
                <a:solidFill>
                  <a:srgbClr val="1E1E1E"/>
                </a:solidFill>
              </a:defRPr>
            </a:pPr>
            <a:r>
              <a:t>Prompt Bank + PromptTyper create one smooth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PrePrompt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0505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468880"/>
            <a:ext cx="2103120" cy="914400"/>
          </a:xfrm>
          <a:prstGeom prst="roundRect">
            <a:avLst/>
          </a:prstGeom>
          <a:solidFill>
            <a:srgbClr val="ECF2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D5A"/>
                </a:solidFill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2468880"/>
            <a:ext cx="2103120" cy="914400"/>
          </a:xfrm>
          <a:prstGeom prst="roundRect">
            <a:avLst/>
          </a:prstGeom>
          <a:solidFill>
            <a:srgbClr val="ECF2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D5A"/>
                </a:solidFill>
              </a:rPr>
              <a:t>Prompt Bank</a:t>
            </a:r>
          </a:p>
          <a:p>
            <a:r>
              <a:t>(Web App)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468880"/>
            <a:ext cx="2103120" cy="914400"/>
          </a:xfrm>
          <a:prstGeom prst="roundRect">
            <a:avLst/>
          </a:prstGeom>
          <a:solidFill>
            <a:srgbClr val="ECF2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D5A"/>
                </a:solidFill>
              </a:rPr>
              <a:t>Bridge API</a:t>
            </a:r>
          </a:p>
          <a:p>
            <a:r>
              <a:t>127.0.0.1:8765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2468880"/>
            <a:ext cx="2103120" cy="914400"/>
          </a:xfrm>
          <a:prstGeom prst="roundRect">
            <a:avLst/>
          </a:prstGeom>
          <a:solidFill>
            <a:srgbClr val="ECF2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D5A"/>
                </a:solidFill>
              </a:rPr>
              <a:t>PromptTyper</a:t>
            </a:r>
          </a:p>
          <a:p>
            <a:r>
              <a:t>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2468880"/>
            <a:ext cx="2103120" cy="914400"/>
          </a:xfrm>
          <a:prstGeom prst="roundRect">
            <a:avLst/>
          </a:prstGeom>
          <a:solidFill>
            <a:srgbClr val="ECF2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42D5A"/>
                </a:solidFill>
              </a:rPr>
              <a:t>Shortcut Usage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926080"/>
            <a:ext cx="228600" cy="0"/>
          </a:xfrm>
          <a:prstGeom prst="line">
            <a:avLst/>
          </a:prstGeom>
          <a:ln w="228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92040" y="2926080"/>
            <a:ext cx="228600" cy="0"/>
          </a:xfrm>
          <a:prstGeom prst="line">
            <a:avLst/>
          </a:prstGeom>
          <a:ln w="228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23760" y="2926080"/>
            <a:ext cx="228600" cy="0"/>
          </a:xfrm>
          <a:prstGeom prst="line">
            <a:avLst/>
          </a:prstGeom>
          <a:ln w="228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55480" y="2926080"/>
            <a:ext cx="228600" cy="0"/>
          </a:xfrm>
          <a:prstGeom prst="line">
            <a:avLst/>
          </a:prstGeom>
          <a:ln w="2286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66344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t>Storage: prompt_bank_data.json + local metadata (favorites, recent, usage)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PrePrompt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0505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3120" y="1371600"/>
            <a:ext cx="7680960" cy="4389120"/>
          </a:xfrm>
          <a:prstGeom prst="rect">
            <a:avLst/>
          </a:prstGeom>
          <a:solidFill>
            <a:srgbClr val="F6F9FF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PrePrompt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371600" cy="822960"/>
          </a:xfrm>
          <a:prstGeom prst="roundRect">
            <a:avLst/>
          </a:prstGeom>
          <a:solidFill>
            <a:srgbClr val="E9F0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2011680"/>
            <a:ext cx="1645920" cy="822960"/>
          </a:xfrm>
          <a:prstGeom prst="roundRect">
            <a:avLst/>
          </a:prstGeom>
          <a:solidFill>
            <a:srgbClr val="E9F0FF"/>
          </a:solidFill>
          <a:ln>
            <a:solidFill>
              <a:srgbClr val="46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PromptTyper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1828800"/>
            <a:ext cx="201168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Browse/Search Prompts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1828800"/>
            <a:ext cx="201168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Test Prompt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828800"/>
            <a:ext cx="201168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Save to PromptTyper</a:t>
            </a:r>
          </a:p>
        </p:txBody>
      </p:sp>
      <p:sp>
        <p:nvSpPr>
          <p:cNvPr id="9" name="Oval 8"/>
          <p:cNvSpPr/>
          <p:nvPr/>
        </p:nvSpPr>
        <p:spPr>
          <a:xfrm>
            <a:off x="3749039" y="3291840"/>
            <a:ext cx="201168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Manage Prompts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3291840"/>
            <a:ext cx="201168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Export/Import JSON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828800" y="2286000"/>
            <a:ext cx="914400" cy="1371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28800" y="2286000"/>
            <a:ext cx="2926080" cy="1371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28800" y="2423160"/>
            <a:ext cx="1920239" cy="1325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2286000"/>
            <a:ext cx="1280160" cy="1371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760719" y="2423160"/>
            <a:ext cx="4297681" cy="1325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" y="6355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PrePrompt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0505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RESULTS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1E1E1E"/>
                </a:solidFill>
              </a:defRPr>
            </a:pPr>
            <a:r>
              <a:t>Prompt testing and saving now happen in one interface.</a:t>
            </a:r>
          </a:p>
          <a:p>
            <a:pPr>
              <a:defRPr sz="2300">
                <a:solidFill>
                  <a:srgbClr val="1E1E1E"/>
                </a:solidFill>
              </a:defRPr>
            </a:pPr>
            <a:r>
              <a:t>Users can manage prompts without changing code.</a:t>
            </a:r>
          </a:p>
          <a:p>
            <a:pPr>
              <a:defRPr sz="2300">
                <a:solidFill>
                  <a:srgbClr val="1E1E1E"/>
                </a:solidFill>
              </a:defRPr>
            </a:pPr>
            <a:r>
              <a:t>Shortcut-based usage is faster and practical for daily work.</a:t>
            </a:r>
          </a:p>
          <a:p>
            <a:pPr>
              <a:defRPr sz="2300">
                <a:solidFill>
                  <a:srgbClr val="1E1E1E"/>
                </a:solidFill>
              </a:defRPr>
            </a:pPr>
            <a:r>
              <a:t>PrePrompt is demo-ready for project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PrePrompt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0505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