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000" b="1">
                <a:solidFill>
                  <a:srgbClr val="F5F5F5"/>
                </a:solidFill>
              </a:rPr>
              <a:t>PrePrompt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C8C8C8"/>
                </a:solidFill>
              </a:rPr>
              <a:t>Prompt Bank + PromptTyper</a:t>
            </a:r>
          </a:p>
          <a:p>
            <a:r>
              <a:rPr sz="2400">
                <a:solidFill>
                  <a:srgbClr val="C8C8C8"/>
                </a:solidFill>
              </a:rPr>
              <a:t>Presentation (5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5F5F5"/>
                </a:solidFill>
              </a:rPr>
              <a:t>Problem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Problem: prompts were scattered, hard to reuse, and error-prone.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Solution: one unified platform called PrePrompt.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Prompt Bank handles discovery, testing, and organization.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PromptTyper handles quick insertion into typing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5F5F5"/>
                </a:solidFill>
              </a:rP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5A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5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2011680"/>
            <a:ext cx="2011680" cy="91440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5"/>
                </a:solidFill>
              </a:rPr>
              <a:t>Prompt Bank</a:t>
            </a:r>
          </a:p>
          <a:p>
            <a:r>
              <a:t>(Web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011680"/>
            <a:ext cx="2011680" cy="91440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5A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5"/>
                </a:solidFill>
              </a:rPr>
              <a:t>Bridge API</a:t>
            </a:r>
          </a:p>
          <a:p>
            <a:r>
              <a:t>(127.0.0.1:8765)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2011680"/>
            <a:ext cx="2011680" cy="91440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5"/>
                </a:solidFill>
              </a:rPr>
              <a:t>PromptTyper</a:t>
            </a:r>
          </a:p>
          <a:p>
            <a:r>
              <a:t>(Manager)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2011680"/>
            <a:ext cx="2011680" cy="91440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5A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5"/>
                </a:solidFill>
              </a:rPr>
              <a:t>Espanso</a:t>
            </a:r>
          </a:p>
          <a:p>
            <a:r>
              <a:t>Typing Engine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468880"/>
            <a:ext cx="320040" cy="0"/>
          </a:xfrm>
          <a:prstGeom prst="line">
            <a:avLst/>
          </a:prstGeom>
          <a:ln w="2540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2468880"/>
            <a:ext cx="320040" cy="0"/>
          </a:xfrm>
          <a:prstGeom prst="line">
            <a:avLst/>
          </a:prstGeom>
          <a:ln w="2540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2320" y="2468880"/>
            <a:ext cx="320040" cy="0"/>
          </a:xfrm>
          <a:prstGeom prst="line">
            <a:avLst/>
          </a:prstGeom>
          <a:ln w="2540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64040" y="2468880"/>
            <a:ext cx="320040" cy="0"/>
          </a:xfrm>
          <a:prstGeom prst="line">
            <a:avLst/>
          </a:prstGeom>
          <a:ln w="2540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5F5F5"/>
                </a:solidFill>
              </a:rPr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891540"/>
            <a:ext cx="7680960" cy="4389120"/>
          </a:xfrm>
          <a:prstGeom prst="rect">
            <a:avLst/>
          </a:prstGeom>
          <a:solidFill>
            <a:srgbClr val="121218"/>
          </a:solidFill>
          <a:ln>
            <a:solidFill>
              <a:srgbClr val="6E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C8C8"/>
                </a:solidFill>
              </a:rPr>
              <a:t>PrePrompt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371600" cy="822960"/>
          </a:xfrm>
          <a:prstGeom prst="roundRect">
            <a:avLst/>
          </a:prstGeom>
          <a:solidFill>
            <a:srgbClr val="23232B"/>
          </a:solidFill>
          <a:ln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5F5F5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011680"/>
            <a:ext cx="1645920" cy="822960"/>
          </a:xfrm>
          <a:prstGeom prst="roundRect">
            <a:avLst/>
          </a:prstGeom>
          <a:solidFill>
            <a:srgbClr val="23232B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5F5F5"/>
                </a:solidFill>
              </a:rPr>
              <a:t>PromptTyper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828800"/>
            <a:ext cx="2011680" cy="914400"/>
          </a:xfrm>
          <a:prstGeom prst="ellipse">
            <a:avLst/>
          </a:prstGeom>
          <a:solidFill>
            <a:srgbClr val="1E1E26"/>
          </a:solidFill>
          <a:ln>
            <a:solidFill>
              <a:srgbClr val="AA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5"/>
                </a:solidFill>
              </a:rPr>
              <a:t>Browse/Search Prompts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1828800"/>
            <a:ext cx="2011680" cy="914400"/>
          </a:xfrm>
          <a:prstGeom prst="ellipse">
            <a:avLst/>
          </a:prstGeom>
          <a:solidFill>
            <a:srgbClr val="1E1E26"/>
          </a:solidFill>
          <a:ln>
            <a:solidFill>
              <a:srgbClr val="AA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5"/>
                </a:solidFill>
              </a:rPr>
              <a:t>Test Prompt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828800"/>
            <a:ext cx="2011680" cy="914400"/>
          </a:xfrm>
          <a:prstGeom prst="ellipse">
            <a:avLst/>
          </a:prstGeom>
          <a:solidFill>
            <a:srgbClr val="1E1E26"/>
          </a:solidFill>
          <a:ln>
            <a:solidFill>
              <a:srgbClr val="AA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5"/>
                </a:solidFill>
              </a:rPr>
              <a:t>Save to PromptTyper</a:t>
            </a:r>
          </a:p>
        </p:txBody>
      </p:sp>
      <p:sp>
        <p:nvSpPr>
          <p:cNvPr id="9" name="Oval 8"/>
          <p:cNvSpPr/>
          <p:nvPr/>
        </p:nvSpPr>
        <p:spPr>
          <a:xfrm>
            <a:off x="3383279" y="3611562"/>
            <a:ext cx="2011680" cy="914400"/>
          </a:xfrm>
          <a:prstGeom prst="ellipse">
            <a:avLst/>
          </a:prstGeom>
          <a:solidFill>
            <a:srgbClr val="1E1E26"/>
          </a:solidFill>
          <a:ln>
            <a:solidFill>
              <a:srgbClr val="AA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5"/>
                </a:solidFill>
              </a:rPr>
              <a:t>Manage Prompts</a:t>
            </a:r>
          </a:p>
        </p:txBody>
      </p:sp>
      <p:sp>
        <p:nvSpPr>
          <p:cNvPr id="10" name="Oval 9"/>
          <p:cNvSpPr/>
          <p:nvPr/>
        </p:nvSpPr>
        <p:spPr>
          <a:xfrm>
            <a:off x="5577839" y="3794760"/>
            <a:ext cx="2011680" cy="914400"/>
          </a:xfrm>
          <a:prstGeom prst="ellipse">
            <a:avLst/>
          </a:prstGeom>
          <a:solidFill>
            <a:srgbClr val="1E1E26"/>
          </a:solidFill>
          <a:ln>
            <a:solidFill>
              <a:srgbClr val="AA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F5F5F5"/>
                </a:solidFill>
              </a:rPr>
              <a:t>Export/Import JSON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28800" y="2286000"/>
            <a:ext cx="914400" cy="137160"/>
          </a:xfrm>
          <a:prstGeom prst="line">
            <a:avLst/>
          </a:prstGeom>
          <a:ln w="2286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28800" y="2286000"/>
            <a:ext cx="2926080" cy="137160"/>
          </a:xfrm>
          <a:prstGeom prst="line">
            <a:avLst/>
          </a:prstGeom>
          <a:ln w="2286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2423160"/>
            <a:ext cx="1920239" cy="1325880"/>
          </a:xfrm>
          <a:prstGeom prst="line">
            <a:avLst/>
          </a:prstGeom>
          <a:ln w="22860">
            <a:solidFill>
              <a:srgbClr val="FF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2286000"/>
            <a:ext cx="1280160" cy="137160"/>
          </a:xfrm>
          <a:prstGeom prst="line">
            <a:avLst/>
          </a:prstGeom>
          <a:ln w="2286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60719" y="2423160"/>
            <a:ext cx="4297681" cy="1325880"/>
          </a:xfrm>
          <a:prstGeom prst="line">
            <a:avLst/>
          </a:prstGeom>
          <a:ln w="2286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5F5F5"/>
                </a:solidFill>
              </a:rPr>
              <a:t>Results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Prompt creation, testing, and saving are now in one smooth flow.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Non-technical users can manage prompts without touching code.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PromptTyper integration reduces manual copy-paste effort.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Project is ready for demo and practical daily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PrePrompt</vt:lpstr>
      <vt:lpstr>Problem and Solution</vt:lpstr>
      <vt:lpstr>System Workflow</vt:lpstr>
      <vt:lpstr>Use Case Diagram</vt:lpstr>
      <vt:lpstr>Results and 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PrePrompt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2026-04-06T11:58:45Z</dcterms:modified>
  <cp:category/>
</cp:coreProperties>
</file>